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Full-stack Development Internship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ClickPoint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Innovation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Pvt. Ltd.</a:t>
            </a:r>
          </a:p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Ishu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Sitikhu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Internships provide hands-on experience bridging academic and real-world practices.</a:t>
            </a:r>
          </a:p>
          <a:p>
            <a:r>
              <a:rPr dirty="0"/>
              <a:t>This internship focuses on full-stack development using </a:t>
            </a:r>
            <a:r>
              <a:rPr lang="en-US" dirty="0" err="1"/>
              <a:t>Next.js</a:t>
            </a:r>
            <a:r>
              <a:rPr dirty="0"/>
              <a:t>, PostgreSQL</a:t>
            </a:r>
            <a:r>
              <a:rPr lang="en-US" dirty="0"/>
              <a:t> and </a:t>
            </a:r>
            <a:r>
              <a:rPr lang="en-US" dirty="0" err="1"/>
              <a:t>prisma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Limited exposure to full-stack development in real development environments.</a:t>
            </a:r>
          </a:p>
          <a:p>
            <a:r>
              <a:rPr lang="en-US" dirty="0"/>
              <a:t>Lack of hands-on experience with secure API development and database optimization.</a:t>
            </a:r>
          </a:p>
          <a:p>
            <a:r>
              <a:rPr lang="en-US" dirty="0"/>
              <a:t>Minimal understanding of system deployment, testing, and maintenance.</a:t>
            </a:r>
          </a:p>
          <a:p>
            <a:r>
              <a:rPr lang="en-US" dirty="0"/>
              <a:t>Limited opportunity to work with collaborative tools like Gitlab, Postman, and project management systems.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Gain practical, full-stack development skills using </a:t>
            </a:r>
            <a:r>
              <a:rPr lang="en-US" dirty="0" err="1"/>
              <a:t>Next.js</a:t>
            </a:r>
            <a:r>
              <a:rPr lang="en-US" dirty="0"/>
              <a:t>, PostgreSQL and </a:t>
            </a:r>
            <a:r>
              <a:rPr lang="en-US" dirty="0" err="1"/>
              <a:t>prisma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/>
              <a:t>Build secure and optimized REST APIs with proper authentication and role-based access control.</a:t>
            </a:r>
          </a:p>
          <a:p>
            <a:r>
              <a:rPr lang="en-US" dirty="0"/>
              <a:t>Understand database design, indexing, and optimization for real-time banking applications.</a:t>
            </a:r>
          </a:p>
          <a:p>
            <a:r>
              <a:rPr lang="en-US" dirty="0"/>
              <a:t>Work with Gitlab, Postman, and deployment tools used in real project cycles.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Scope:</a:t>
            </a:r>
          </a:p>
          <a:p>
            <a:r>
              <a:rPr dirty="0"/>
              <a:t>Full‑stack development modules</a:t>
            </a:r>
          </a:p>
          <a:p>
            <a:r>
              <a:rPr dirty="0"/>
              <a:t>Secure login with JWT</a:t>
            </a:r>
            <a:endParaRPr lang="en-US" dirty="0"/>
          </a:p>
          <a:p>
            <a:r>
              <a:rPr lang="en-US" dirty="0"/>
              <a:t>Design and implement admin panel features</a:t>
            </a:r>
            <a:endParaRPr dirty="0"/>
          </a:p>
          <a:p>
            <a:r>
              <a:rPr dirty="0"/>
              <a:t>Dashboards, forms, validation</a:t>
            </a:r>
          </a:p>
          <a:p>
            <a:r>
              <a:rPr dirty="0"/>
              <a:t>CRUD and API integration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Limitations:</a:t>
            </a:r>
          </a:p>
          <a:p>
            <a:r>
              <a:rPr dirty="0"/>
              <a:t>Duration limited to 12 weeks</a:t>
            </a:r>
          </a:p>
          <a:p>
            <a:r>
              <a:rPr lang="en-US" dirty="0"/>
              <a:t>Project task and deliverables may change based on      company priorities.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Work /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dirty="0"/>
              <a:t>using </a:t>
            </a:r>
            <a:r>
              <a:rPr lang="en-US" dirty="0" err="1"/>
              <a:t>Next.js</a:t>
            </a:r>
            <a:endParaRPr dirty="0"/>
          </a:p>
          <a:p>
            <a:r>
              <a:rPr dirty="0"/>
              <a:t>Secure REST API development (Auth, Data Entry, Reports)</a:t>
            </a:r>
          </a:p>
          <a:p>
            <a:r>
              <a:rPr dirty="0"/>
              <a:t>PostgreSQL schema design &amp; optimization</a:t>
            </a:r>
          </a:p>
          <a:p>
            <a:r>
              <a:rPr dirty="0"/>
              <a:t>Full integration of frontend, backend, and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1–3: Setup, learn workflow, CRUD APIs</a:t>
            </a:r>
          </a:p>
          <a:p>
            <a:r>
              <a:t>Weeks 4–6: Authentication, UI, API integration</a:t>
            </a:r>
          </a:p>
          <a:p>
            <a:r>
              <a:t>Weeks 7–9: Optimization, RBAC, testing</a:t>
            </a:r>
          </a:p>
          <a:p>
            <a:r>
              <a:t>Weeks 10–12: UI/UX improvements,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dirty="0"/>
              <a:t>Working full‑stack module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Secure optimized API 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Structured PostgreSQL database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Improved UI/UX and documentation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Skills:</a:t>
            </a:r>
          </a:p>
          <a:p>
            <a:r>
              <a:rPr lang="en-US"/>
              <a:t>Next.js</a:t>
            </a:r>
            <a:r>
              <a:t>, </a:t>
            </a:r>
            <a:r>
              <a:rPr dirty="0" err="1"/>
              <a:t>Express.js</a:t>
            </a:r>
            <a:r>
              <a:rPr dirty="0"/>
              <a:t>, PostgreSQL</a:t>
            </a:r>
          </a:p>
          <a:p>
            <a:r>
              <a:rPr dirty="0"/>
              <a:t>Debugging, testing, deployment</a:t>
            </a:r>
          </a:p>
          <a:p>
            <a:r>
              <a:rPr dirty="0"/>
              <a:t>Team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307</Words>
  <Application>Microsoft Macintosh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Full-stack Development Internship Proposal</vt:lpstr>
      <vt:lpstr>Introduction</vt:lpstr>
      <vt:lpstr>Problem Statement</vt:lpstr>
      <vt:lpstr>Objectives</vt:lpstr>
      <vt:lpstr>Scope and Limitations</vt:lpstr>
      <vt:lpstr>Internship Work / Project</vt:lpstr>
      <vt:lpstr>Internship Plan</vt:lpstr>
      <vt:lpstr>Expected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Malisha</cp:lastModifiedBy>
  <cp:revision>4</cp:revision>
  <dcterms:created xsi:type="dcterms:W3CDTF">2013-01-27T09:14:16Z</dcterms:created>
  <dcterms:modified xsi:type="dcterms:W3CDTF">2025-11-25T02:40:03Z</dcterms:modified>
  <cp:category/>
</cp:coreProperties>
</file>